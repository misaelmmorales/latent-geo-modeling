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7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2B93"/>
    <a:srgbClr val="FFFFFF"/>
    <a:srgbClr val="2C71A4"/>
    <a:srgbClr val="00B050"/>
    <a:srgbClr val="FFC000"/>
    <a:srgbClr val="E97132"/>
    <a:srgbClr val="D153C2"/>
    <a:srgbClr val="ED7626"/>
    <a:srgbClr val="652199"/>
    <a:srgbClr val="8751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3947" autoAdjust="0"/>
  </p:normalViewPr>
  <p:slideViewPr>
    <p:cSldViewPr snapToGrid="0">
      <p:cViewPr varScale="1">
        <p:scale>
          <a:sx n="104" d="100"/>
          <a:sy n="104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102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8FEF75-15E0-4C44-B2A3-E51B11B7F2BD}" type="datetimeFigureOut">
              <a:rPr lang="en-CA" smtClean="0"/>
              <a:t>2025-10-14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647BF0-AAF1-4BBB-B7D3-E18C0DA1A69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5494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0DA6E-EDD5-7E72-CB58-2FA7FC37A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9C95B-C602-CBCE-E917-56562DBF4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A6AAA-33C6-5722-E063-3A054245A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7ED09-F8FE-48BB-BFE4-0D2F93AE22B9}" type="datetime1">
              <a:rPr lang="en-CA" smtClean="0"/>
              <a:t>2025-10-14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18A3A-0507-905C-C150-6B8F31CE1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46FCB-6315-D940-5016-D936A6A3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584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F5647-A040-E3C1-A7CE-57C06CB43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A8B4A-222C-B2E8-4DB1-DEEB89758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52358-6F53-BEBA-9849-375A413E1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8E27D-564B-4423-A43F-ED7E2ED2DF5F}" type="datetime1">
              <a:rPr lang="en-CA" smtClean="0"/>
              <a:t>2025-10-14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4EF3F-14DC-05F8-75B7-23380101A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19D75-591D-FED7-2B73-C17E745C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1480" y="6400800"/>
            <a:ext cx="365760" cy="365125"/>
          </a:xfrm>
        </p:spPr>
        <p:txBody>
          <a:bodyPr/>
          <a:lstStyle>
            <a:lvl1pPr algn="ctr">
              <a:defRPr/>
            </a:lvl1pPr>
          </a:lstStyle>
          <a:p>
            <a:fld id="{F1039C8D-740C-4F46-ACE8-1C42BD6F19D9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4386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9D11F-714B-E628-32F8-0BA155828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D0B34-43F8-F3C0-B0EC-82A7BE440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57A65-7286-FF38-D0B7-10D5C4DDC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70206-811D-4741-942C-1E0F7566FEC4}" type="datetime1">
              <a:rPr lang="en-CA" smtClean="0"/>
              <a:t>2025-10-14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50CA6-0F91-F35D-A030-C275D80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5C4FD-99F7-AD61-6AF6-A255E96B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9497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E0DBD-CBAC-90AE-181C-6B9012330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E13A1-AE6C-2900-28D0-950890E5B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A0049F-04A6-D9F3-86CE-296D96ED0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927F0E-1EBE-2DCA-1EBE-0C5916B8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C9EF6-079B-4BB0-B0DE-38B31ECD53A9}" type="datetime1">
              <a:rPr lang="en-CA" smtClean="0"/>
              <a:t>2025-10-14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B1C5E-C66A-280B-23A4-B172ABEFA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A724-D461-AA44-1F41-72F28D89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250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EABE6-CC2D-4AE2-014F-2D82D4829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0DD58-8A1C-A965-3F43-78D57EC9B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582FB-931F-1C29-F500-C0D25F468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71E52-272F-C0F3-1136-7B60E7200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65DD5F-ECF5-51A2-E194-90C624C5B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6ED0FF-C9D1-6211-FAF6-ED3E383DF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A271-01F7-4376-A4F2-18D24A74629B}" type="datetime1">
              <a:rPr lang="en-CA" smtClean="0"/>
              <a:t>2025-10-14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73B41-EEAB-26BB-CD6C-C1F9F08F0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E00A3B-5978-66D6-29D2-148962D8F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9156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41F91-5D09-255F-9F27-EC3820E77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9473B-57C6-F661-D398-DF6A68D3E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A33CF-7965-4489-89A1-9EECDF6CB650}" type="datetime1">
              <a:rPr lang="en-CA" smtClean="0"/>
              <a:t>2025-10-14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1708F-D41C-58EA-C90A-9708DBA8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2DC61-FC0A-888A-4C4C-68744720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473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A05D8-5636-F4F4-F282-44C8A498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E3D2F-A62B-461D-B1E6-C5E3A121D8DA}" type="datetime1">
              <a:rPr lang="en-CA" smtClean="0"/>
              <a:t>2025-10-14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A41807-CA2C-08F5-D451-52B7D6292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30EFC-BB16-B164-0ECA-34427031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005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21BE0-E95E-A07A-6951-A2799D406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8252A-EE33-AE12-9098-1580049F2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E91B4-1AC4-FD25-78BF-8B2CA5EDC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87B8B-E878-943E-DEA4-34D19FAB1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6B4F1-72E5-4FDC-B538-08C7B017410A}" type="datetime1">
              <a:rPr lang="en-CA" smtClean="0"/>
              <a:t>2025-10-14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BD687-F43F-C99D-0DB8-FBFAC8D91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E2AEC-0D15-F8D4-D0EA-E927FD54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5393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10F93-54A3-604B-A245-CA74438C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A3DCD3-C8C5-3EB9-B7F6-6993D42F2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EC333-8A4F-9BAD-E976-C6F58972E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DD2DF-47FB-21EB-15B1-B17B23D5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B421-5CCB-4B3D-A9B7-D9A38E2FD13B}" type="datetime1">
              <a:rPr lang="en-CA" smtClean="0"/>
              <a:t>2025-10-14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1FB89-0857-D71A-0B18-9A1B6E407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52568-45C3-1CE0-DE70-15AABE3E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9705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C3157-52AD-79CF-64FB-A68146405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F93E0C-9170-F6E9-E152-8F4AE55D5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BB570-2BCF-DE37-4905-BBA77066E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B035-C1B8-41A1-92F1-F7BEEF4E4571}" type="datetime1">
              <a:rPr lang="en-CA" smtClean="0"/>
              <a:t>2025-10-14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EAE07-BC55-AEC4-E2B9-CE620F954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CB326-9271-CE64-03B2-A52C5D34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2433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E87234-F2B9-62B5-7054-6C22631C0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75562-D3E0-BFC5-0892-E9876FD06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F3B61-B9E1-C410-C1B5-6A8531E1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5ED0E-EE14-4EB6-B80E-2E562FA85B8E}" type="datetime1">
              <a:rPr lang="en-CA" smtClean="0"/>
              <a:t>2025-10-14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1752E-A5C7-EAD0-CD2F-C2932AB9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A6411-4397-2695-5321-6B9E84D23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6953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BF5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EFFF0A-E8F7-A14B-BE09-7982F46F89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7774" y="418333"/>
            <a:ext cx="3183720" cy="63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99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0DFE43-6EAD-2F4C-40A9-E018EF573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DA9501-EC44-3358-C6E7-E9F5BBF2DCF3}"/>
              </a:ext>
            </a:extLst>
          </p:cNvPr>
          <p:cNvGrpSpPr/>
          <p:nvPr userDrawn="1"/>
        </p:nvGrpSpPr>
        <p:grpSpPr>
          <a:xfrm>
            <a:off x="11887200" y="-1"/>
            <a:ext cx="304800" cy="6858001"/>
            <a:chOff x="11887200" y="0"/>
            <a:chExt cx="3048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294326-4D8B-E329-305F-624B8F49CCED}"/>
                </a:ext>
              </a:extLst>
            </p:cNvPr>
            <p:cNvSpPr/>
            <p:nvPr/>
          </p:nvSpPr>
          <p:spPr>
            <a:xfrm>
              <a:off x="11887200" y="0"/>
              <a:ext cx="304800" cy="6288832"/>
            </a:xfrm>
            <a:prstGeom prst="rect">
              <a:avLst/>
            </a:prstGeom>
            <a:solidFill>
              <a:srgbClr val="EB8F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3B5BB0-3A88-DB9B-9D73-92A6040C6774}"/>
                </a:ext>
              </a:extLst>
            </p:cNvPr>
            <p:cNvSpPr/>
            <p:nvPr/>
          </p:nvSpPr>
          <p:spPr>
            <a:xfrm>
              <a:off x="11887200" y="6288832"/>
              <a:ext cx="304800" cy="56916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97D8E-77CE-296D-B882-F5AD52BD2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0A647-3A17-8675-A92F-1CF325575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46A7D-B67F-4FBB-BEF4-20059B6971D3}" type="datetime1">
              <a:rPr lang="en-CA" smtClean="0"/>
              <a:t>2025-10-14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55AAE-C794-C218-1AC1-58AB378E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7CFD4-5AD7-CF0C-37EE-1BA9FC497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90248" y="6356350"/>
            <a:ext cx="3017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F1039C8D-740C-4F46-ACE8-1C42BD6F19D9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97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89F5-37EA-5C7B-7C43-1B861E2DE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20A72-A878-DC02-71CB-E2602F882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39C8D-740C-4F46-ACE8-1C42BD6F19D9}" type="slidenum">
              <a:rPr lang="en-CA" smtClean="0"/>
              <a:pPr/>
              <a:t>1</a:t>
            </a:fld>
            <a:endParaRPr lang="en-CA"/>
          </a:p>
        </p:txBody>
      </p:sp>
      <p:pic>
        <p:nvPicPr>
          <p:cNvPr id="7" name="Picture 6" descr="A blue and yellow light&#10;&#10;Description automatically generated with medium confidence">
            <a:extLst>
              <a:ext uri="{FF2B5EF4-FFF2-40B4-BE49-F238E27FC236}">
                <a16:creationId xmlns:a16="http://schemas.microsoft.com/office/drawing/2014/main" id="{CC51B5C6-56E8-A33F-B3B9-A2333B1B7C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858" r="3900"/>
          <a:stretch/>
        </p:blipFill>
        <p:spPr>
          <a:xfrm>
            <a:off x="5393377" y="2720624"/>
            <a:ext cx="1405246" cy="141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87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2823</TotalTime>
  <Words>4374</Words>
  <Application>Microsoft Office PowerPoint</Application>
  <PresentationFormat>Widescreen</PresentationFormat>
  <Paragraphs>1057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Dany Hachem</dc:creator>
  <cp:lastModifiedBy>Morales, Misael M</cp:lastModifiedBy>
  <cp:revision>731</cp:revision>
  <dcterms:created xsi:type="dcterms:W3CDTF">2024-11-07T17:28:39Z</dcterms:created>
  <dcterms:modified xsi:type="dcterms:W3CDTF">2025-10-14T16:50:06Z</dcterms:modified>
</cp:coreProperties>
</file>